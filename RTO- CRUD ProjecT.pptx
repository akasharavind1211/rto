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06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0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2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8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4/5/2023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0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4/5/2023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42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4/5/2023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2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0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8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2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7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hyperlink" Target="https://pixabay.com/id/mail-pesan-email-mengirim-pesan-1454731/" TargetMode="External"/><Relationship Id="rId7" Type="http://schemas.openxmlformats.org/officeDocument/2006/relationships/hyperlink" Target="https://pixabay.com/en/stamp-save-the-date-red-memory-3047232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s://openclipart.org/detail/20496/calendar-by-cod_fsfe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bmj2k.com/tag/change-of-pla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udy oil paint art">
            <a:extLst>
              <a:ext uri="{FF2B5EF4-FFF2-40B4-BE49-F238E27FC236}">
                <a16:creationId xmlns:a16="http://schemas.microsoft.com/office/drawing/2014/main" id="{D15B1E95-6B97-9F21-B5D7-85BCACE170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865" b="786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EC7751-495D-487E-B212-AB1DD0DB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"/>
            <a:ext cx="12188952" cy="312661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36200">
                <a:srgbClr val="000000">
                  <a:alpha val="33000"/>
                </a:srgbClr>
              </a:gs>
              <a:gs pos="0">
                <a:srgbClr val="000000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2FE02-C73C-8206-110C-1F5861B0E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63960"/>
            <a:ext cx="6302803" cy="1305518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My Team At Work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00DF8D-2CBA-449E-B29E-B111149DF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02" y="4142197"/>
            <a:ext cx="12191999" cy="271580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55000">
                <a:srgbClr val="000000">
                  <a:alpha val="37000"/>
                </a:srgbClr>
              </a:gs>
              <a:gs pos="0">
                <a:srgbClr val="000000">
                  <a:alpha val="6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AED66-D3EF-703A-F91C-BA9BC27E0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7498" y="4337541"/>
            <a:ext cx="3944901" cy="1632640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Know your </a:t>
            </a:r>
            <a:r>
              <a:rPr lang="en-US" b="0" i="0">
                <a:solidFill>
                  <a:srgbClr val="FFFFFF"/>
                </a:solidFill>
                <a:effectLst/>
                <a:latin typeface="Google Sans"/>
              </a:rPr>
              <a:t>colleague’s availability at the office and schedule your plan based on that. 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09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holding flags">
            <a:extLst>
              <a:ext uri="{FF2B5EF4-FFF2-40B4-BE49-F238E27FC236}">
                <a16:creationId xmlns:a16="http://schemas.microsoft.com/office/drawing/2014/main" id="{38203D85-A2DE-8178-E37C-B46717136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1760"/>
            <a:ext cx="12453729" cy="751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C7EE01-1E6E-5C82-D582-0A9C4DE6AA49}"/>
              </a:ext>
            </a:extLst>
          </p:cNvPr>
          <p:cNvSpPr txBox="1"/>
          <p:nvPr/>
        </p:nvSpPr>
        <p:spPr>
          <a:xfrm>
            <a:off x="2631524" y="978233"/>
            <a:ext cx="6928952" cy="13055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solidFill>
                  <a:srgbClr val="FFFFFF"/>
                </a:solidFill>
                <a:latin typeface="Papyrus" panose="03070502060502030205" pitchFamily="66" charset="0"/>
                <a:ea typeface="+mj-ea"/>
                <a:cs typeface="+mj-cs"/>
              </a:rPr>
              <a:t>My Team At</a:t>
            </a:r>
            <a:r>
              <a:rPr lang="en-US" sz="6000" dirty="0">
                <a:solidFill>
                  <a:srgbClr val="FFFFFF"/>
                </a:solidFill>
                <a:latin typeface="Papyrus" panose="03070502060502030205" pitchFamily="66" charset="0"/>
                <a:ea typeface="+mj-ea"/>
                <a:cs typeface="+mj-cs"/>
              </a:rPr>
              <a:t> </a:t>
            </a:r>
            <a:r>
              <a:rPr lang="en-US" sz="6000" b="1" dirty="0">
                <a:solidFill>
                  <a:srgbClr val="FFFFFF"/>
                </a:solidFill>
                <a:latin typeface="Papyrus" panose="03070502060502030205" pitchFamily="66" charset="0"/>
                <a:ea typeface="+mj-ea"/>
                <a:cs typeface="+mj-cs"/>
              </a:rPr>
              <a:t>Work</a:t>
            </a:r>
          </a:p>
        </p:txBody>
      </p:sp>
    </p:spTree>
    <p:extLst>
      <p:ext uri="{BB962C8B-B14F-4D97-AF65-F5344CB8AC3E}">
        <p14:creationId xmlns:p14="http://schemas.microsoft.com/office/powerpoint/2010/main" val="1704657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holding hands&#10;&#10;Description automatically generated with low confidence">
            <a:extLst>
              <a:ext uri="{FF2B5EF4-FFF2-40B4-BE49-F238E27FC236}">
                <a16:creationId xmlns:a16="http://schemas.microsoft.com/office/drawing/2014/main" id="{261048BD-73E0-2077-58A2-26BEBEC9AE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7110" b="-1"/>
          <a:stretch/>
        </p:blipFill>
        <p:spPr>
          <a:xfrm>
            <a:off x="3048" y="10"/>
            <a:ext cx="12191980" cy="6857990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7EC7751-495D-487E-B212-AB1DD0DB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"/>
            <a:ext cx="12188952" cy="312661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36200">
                <a:srgbClr val="000000">
                  <a:alpha val="33000"/>
                </a:srgbClr>
              </a:gs>
              <a:gs pos="0">
                <a:srgbClr val="000000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139FE-CE8E-B7C7-A90B-71AD5D6F6887}"/>
              </a:ext>
            </a:extLst>
          </p:cNvPr>
          <p:cNvSpPr txBox="1"/>
          <p:nvPr/>
        </p:nvSpPr>
        <p:spPr>
          <a:xfrm>
            <a:off x="2631524" y="1534824"/>
            <a:ext cx="6928952" cy="13055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solidFill>
                  <a:srgbClr val="FFFFFF"/>
                </a:solidFill>
                <a:latin typeface="Papyrus" panose="03070502060502030205" pitchFamily="66" charset="0"/>
                <a:ea typeface="+mj-ea"/>
                <a:cs typeface="+mj-cs"/>
              </a:rPr>
              <a:t>My Team At</a:t>
            </a:r>
            <a:r>
              <a:rPr lang="en-US" sz="6000" dirty="0">
                <a:solidFill>
                  <a:srgbClr val="FFFFFF"/>
                </a:solidFill>
                <a:latin typeface="Papyrus" panose="03070502060502030205" pitchFamily="66" charset="0"/>
                <a:ea typeface="+mj-ea"/>
                <a:cs typeface="+mj-cs"/>
              </a:rPr>
              <a:t> </a:t>
            </a:r>
            <a:r>
              <a:rPr lang="en-US" sz="6000" b="1" dirty="0">
                <a:solidFill>
                  <a:srgbClr val="FFFFFF"/>
                </a:solidFill>
                <a:latin typeface="Papyrus" panose="03070502060502030205" pitchFamily="66" charset="0"/>
                <a:ea typeface="+mj-ea"/>
                <a:cs typeface="+mj-cs"/>
              </a:rPr>
              <a:t>Work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00DF8D-2CBA-449E-B29E-B111149DF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02" y="4142197"/>
            <a:ext cx="12191999" cy="271580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55000">
                <a:srgbClr val="000000">
                  <a:alpha val="37000"/>
                </a:srgbClr>
              </a:gs>
              <a:gs pos="0">
                <a:srgbClr val="000000">
                  <a:alpha val="6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38AF82ED-5B51-5EDD-8E80-EF7FA4B31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1950" y="790575"/>
            <a:ext cx="2000250" cy="2000250"/>
          </a:xfrm>
          <a:prstGeom prst="rect">
            <a:avLst/>
          </a:prstGeom>
        </p:spPr>
      </p:pic>
      <p:pic>
        <p:nvPicPr>
          <p:cNvPr id="5" name="Picture 4" descr="Whiteboard&#10;&#10;Description automatically generated">
            <a:extLst>
              <a:ext uri="{FF2B5EF4-FFF2-40B4-BE49-F238E27FC236}">
                <a16:creationId xmlns:a16="http://schemas.microsoft.com/office/drawing/2014/main" id="{A0A18669-0A7F-1B27-2D64-4CBF704D7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257548" y="1000117"/>
            <a:ext cx="1743077" cy="1743077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3872D55-251A-DEAA-80E5-988137170A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895973" y="962021"/>
            <a:ext cx="1924052" cy="19240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3809E0-352E-7ECC-4392-EAAF432FE648}"/>
              </a:ext>
            </a:extLst>
          </p:cNvPr>
          <p:cNvSpPr txBox="1"/>
          <p:nvPr/>
        </p:nvSpPr>
        <p:spPr>
          <a:xfrm>
            <a:off x="452436" y="2847619"/>
            <a:ext cx="2381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Mail Notification </a:t>
            </a:r>
          </a:p>
          <a:p>
            <a:r>
              <a:rPr lang="en-US" b="1" dirty="0"/>
              <a:t>(Reminder to make your schedule for the month)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89FE8-A799-8A3C-BF00-2D2C872B168D}"/>
              </a:ext>
            </a:extLst>
          </p:cNvPr>
          <p:cNvSpPr txBox="1"/>
          <p:nvPr/>
        </p:nvSpPr>
        <p:spPr>
          <a:xfrm>
            <a:off x="3174204" y="2886073"/>
            <a:ext cx="2381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Check your folk's availability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F05D11-5EF3-A26B-E5EB-CCB188B2AB68}"/>
              </a:ext>
            </a:extLst>
          </p:cNvPr>
          <p:cNvSpPr txBox="1"/>
          <p:nvPr/>
        </p:nvSpPr>
        <p:spPr>
          <a:xfrm>
            <a:off x="5800722" y="2886073"/>
            <a:ext cx="2381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Make your own schedule based on other’s availability</a:t>
            </a:r>
          </a:p>
        </p:txBody>
      </p:sp>
      <p:pic>
        <p:nvPicPr>
          <p:cNvPr id="13" name="Picture 12" descr="A red and yellow sign&#10;&#10;Description automatically generated with low confidence">
            <a:extLst>
              <a:ext uri="{FF2B5EF4-FFF2-40B4-BE49-F238E27FC236}">
                <a16:creationId xmlns:a16="http://schemas.microsoft.com/office/drawing/2014/main" id="{8F8F9063-988D-1EF2-602D-2CC351FFF5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8585929" y="1143753"/>
            <a:ext cx="2990852" cy="12938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AEC42C-AABB-14AE-4D69-A3A01DA2C5B8}"/>
              </a:ext>
            </a:extLst>
          </p:cNvPr>
          <p:cNvSpPr txBox="1"/>
          <p:nvPr/>
        </p:nvSpPr>
        <p:spPr>
          <a:xfrm>
            <a:off x="8890730" y="2914646"/>
            <a:ext cx="2381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Reschedule the dates anytime!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7BF9670-8D2B-EEED-6E86-E8FD99A7A4CD}"/>
              </a:ext>
            </a:extLst>
          </p:cNvPr>
          <p:cNvSpPr/>
          <p:nvPr/>
        </p:nvSpPr>
        <p:spPr>
          <a:xfrm>
            <a:off x="2362200" y="1695450"/>
            <a:ext cx="628650" cy="971550"/>
          </a:xfrm>
          <a:prstGeom prst="arc">
            <a:avLst>
              <a:gd name="adj1" fmla="val 14001953"/>
              <a:gd name="adj2" fmla="val 2133607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FCDCEEAE-32A0-A473-DF41-0FDA4B6D23AE}"/>
              </a:ext>
            </a:extLst>
          </p:cNvPr>
          <p:cNvSpPr/>
          <p:nvPr/>
        </p:nvSpPr>
        <p:spPr>
          <a:xfrm flipV="1">
            <a:off x="5141547" y="1445895"/>
            <a:ext cx="565879" cy="802006"/>
          </a:xfrm>
          <a:prstGeom prst="arc">
            <a:avLst>
              <a:gd name="adj1" fmla="val 13554721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25C1064-89CF-B2CE-5BEA-D8988152E8FD}"/>
              </a:ext>
            </a:extLst>
          </p:cNvPr>
          <p:cNvSpPr/>
          <p:nvPr/>
        </p:nvSpPr>
        <p:spPr>
          <a:xfrm>
            <a:off x="7991472" y="1935482"/>
            <a:ext cx="447678" cy="169543"/>
          </a:xfrm>
          <a:custGeom>
            <a:avLst/>
            <a:gdLst>
              <a:gd name="connsiteX0" fmla="*/ 0 w 457200"/>
              <a:gd name="connsiteY0" fmla="*/ 47625 h 52219"/>
              <a:gd name="connsiteX1" fmla="*/ 457200 w 457200"/>
              <a:gd name="connsiteY1" fmla="*/ 0 h 52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7200" h="52219">
                <a:moveTo>
                  <a:pt x="0" y="47625"/>
                </a:moveTo>
                <a:cubicBezTo>
                  <a:pt x="219869" y="54768"/>
                  <a:pt x="439738" y="61912"/>
                  <a:pt x="4572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C5B39-A3EF-2619-73C8-5C193E7BC023}"/>
              </a:ext>
            </a:extLst>
          </p:cNvPr>
          <p:cNvSpPr txBox="1"/>
          <p:nvPr/>
        </p:nvSpPr>
        <p:spPr>
          <a:xfrm>
            <a:off x="2628900" y="4923428"/>
            <a:ext cx="806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ONE PAGE APPLICATION THAT PROVIDES A GREAT CAUSE AND INCREASES PRODUCTIVITY</a:t>
            </a:r>
          </a:p>
        </p:txBody>
      </p:sp>
    </p:spTree>
    <p:extLst>
      <p:ext uri="{BB962C8B-B14F-4D97-AF65-F5344CB8AC3E}">
        <p14:creationId xmlns:p14="http://schemas.microsoft.com/office/powerpoint/2010/main" val="1987109803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AnalogousFromDarkSeedLeftStep">
      <a:dk1>
        <a:srgbClr val="000000"/>
      </a:dk1>
      <a:lt1>
        <a:srgbClr val="FFFFFF"/>
      </a:lt1>
      <a:dk2>
        <a:srgbClr val="1C2432"/>
      </a:dk2>
      <a:lt2>
        <a:srgbClr val="F2F3F0"/>
      </a:lt2>
      <a:accent1>
        <a:srgbClr val="844BC5"/>
      </a:accent1>
      <a:accent2>
        <a:srgbClr val="4842B7"/>
      </a:accent2>
      <a:accent3>
        <a:srgbClr val="4B78C5"/>
      </a:accent3>
      <a:accent4>
        <a:srgbClr val="3999B3"/>
      </a:accent4>
      <a:accent5>
        <a:srgbClr val="49C0A8"/>
      </a:accent5>
      <a:accent6>
        <a:srgbClr val="39B368"/>
      </a:accent6>
      <a:hlink>
        <a:srgbClr val="339A97"/>
      </a:hlink>
      <a:folHlink>
        <a:srgbClr val="7F7F7F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68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Avenir Next LT Pro</vt:lpstr>
      <vt:lpstr>Google Sans</vt:lpstr>
      <vt:lpstr>Papyrus</vt:lpstr>
      <vt:lpstr>Posterama</vt:lpstr>
      <vt:lpstr>SplashVTI</vt:lpstr>
      <vt:lpstr>My Team At Work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</dc:title>
  <dc:creator>Kirubananthan, Hari Vignesh</dc:creator>
  <cp:lastModifiedBy>Kirubananthan, Hari Vignesh</cp:lastModifiedBy>
  <cp:revision>6</cp:revision>
  <dcterms:created xsi:type="dcterms:W3CDTF">2023-02-27T01:22:55Z</dcterms:created>
  <dcterms:modified xsi:type="dcterms:W3CDTF">2023-04-05T16:56:09Z</dcterms:modified>
</cp:coreProperties>
</file>